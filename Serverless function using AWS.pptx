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6" r:id="rId5"/>
    <p:sldId id="287" r:id="rId6"/>
    <p:sldId id="288" r:id="rId7"/>
    <p:sldId id="289" r:id="rId8"/>
    <p:sldId id="290" r:id="rId9"/>
    <p:sldId id="294" r:id="rId10"/>
    <p:sldId id="296" r:id="rId11"/>
    <p:sldId id="297" r:id="rId12"/>
    <p:sldId id="298" r:id="rId13"/>
    <p:sldId id="291" r:id="rId14"/>
    <p:sldId id="292" r:id="rId15"/>
    <p:sldId id="300" r:id="rId16"/>
    <p:sldId id="301" r:id="rId17"/>
    <p:sldId id="299" r:id="rId18"/>
    <p:sldId id="293" r:id="rId19"/>
    <p:sldId id="30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B41D5-D99C-477B-801D-C3CC72CE3E3D}" v="2" dt="2026-06-13T14:08:28.4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varScale="1">
        <p:scale>
          <a:sx n="63" d="100"/>
          <a:sy n="63" d="100"/>
        </p:scale>
        <p:origin x="676" y="56"/>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BF6186-8411-4EB2-AB07-6446308B1C8D}"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IN"/>
        </a:p>
      </dgm:t>
    </dgm:pt>
    <dgm:pt modelId="{FACB0B62-B0A2-475D-BAB9-5E9164A0CAE5}">
      <dgm:prSet/>
      <dgm:spPr/>
      <dgm:t>
        <a:bodyPr/>
        <a:lstStyle/>
        <a:p>
          <a:r>
            <a:rPr lang="en-IN"/>
            <a:t>Client/Postman</a:t>
          </a:r>
        </a:p>
      </dgm:t>
    </dgm:pt>
    <dgm:pt modelId="{D089D3C8-32E7-4FDF-9BFE-C33D8A1B716B}" type="parTrans" cxnId="{29404A30-D4A5-4704-B07D-484A0904D7A6}">
      <dgm:prSet/>
      <dgm:spPr/>
      <dgm:t>
        <a:bodyPr/>
        <a:lstStyle/>
        <a:p>
          <a:endParaRPr lang="en-IN"/>
        </a:p>
      </dgm:t>
    </dgm:pt>
    <dgm:pt modelId="{848A45D8-9D23-4163-9484-6AD8390678AE}" type="sibTrans" cxnId="{29404A30-D4A5-4704-B07D-484A0904D7A6}">
      <dgm:prSet/>
      <dgm:spPr/>
      <dgm:t>
        <a:bodyPr/>
        <a:lstStyle/>
        <a:p>
          <a:endParaRPr lang="en-IN"/>
        </a:p>
      </dgm:t>
    </dgm:pt>
    <dgm:pt modelId="{05CA0D9E-6FD4-42AB-B404-C9836A4CAAB2}">
      <dgm:prSet/>
      <dgm:spPr/>
      <dgm:t>
        <a:bodyPr/>
        <a:lstStyle/>
        <a:p>
          <a:r>
            <a:rPr lang="en-IN"/>
            <a:t>API Gateway</a:t>
          </a:r>
        </a:p>
      </dgm:t>
    </dgm:pt>
    <dgm:pt modelId="{77954403-D0BB-4EED-A237-F5DE83C977B6}" type="parTrans" cxnId="{5E3520BD-12DB-4A97-8944-353245E02711}">
      <dgm:prSet/>
      <dgm:spPr/>
      <dgm:t>
        <a:bodyPr/>
        <a:lstStyle/>
        <a:p>
          <a:endParaRPr lang="en-IN"/>
        </a:p>
      </dgm:t>
    </dgm:pt>
    <dgm:pt modelId="{4B9C11B8-8837-4258-9CD7-9FFFBFF9951C}" type="sibTrans" cxnId="{5E3520BD-12DB-4A97-8944-353245E02711}">
      <dgm:prSet/>
      <dgm:spPr/>
      <dgm:t>
        <a:bodyPr/>
        <a:lstStyle/>
        <a:p>
          <a:endParaRPr lang="en-IN"/>
        </a:p>
      </dgm:t>
    </dgm:pt>
    <dgm:pt modelId="{B482EB94-AF03-4D1B-ACDE-263342C75141}">
      <dgm:prSet/>
      <dgm:spPr/>
      <dgm:t>
        <a:bodyPr/>
        <a:lstStyle/>
        <a:p>
          <a:r>
            <a:rPr lang="en-IN"/>
            <a:t>AWS Lambda (formprocessor)</a:t>
          </a:r>
        </a:p>
      </dgm:t>
    </dgm:pt>
    <dgm:pt modelId="{806DC41C-784C-481E-8C41-1F51FF9587F2}" type="parTrans" cxnId="{7C06F3D5-CE5C-4029-BCF7-74AA0FA1A4E6}">
      <dgm:prSet/>
      <dgm:spPr/>
      <dgm:t>
        <a:bodyPr/>
        <a:lstStyle/>
        <a:p>
          <a:endParaRPr lang="en-IN"/>
        </a:p>
      </dgm:t>
    </dgm:pt>
    <dgm:pt modelId="{D3831605-9278-40CA-8FC0-2D2F7F292730}" type="sibTrans" cxnId="{7C06F3D5-CE5C-4029-BCF7-74AA0FA1A4E6}">
      <dgm:prSet/>
      <dgm:spPr/>
      <dgm:t>
        <a:bodyPr/>
        <a:lstStyle/>
        <a:p>
          <a:endParaRPr lang="en-IN"/>
        </a:p>
      </dgm:t>
    </dgm:pt>
    <dgm:pt modelId="{32A35C69-3A7B-4D32-8053-C0E1628C9306}">
      <dgm:prSet/>
      <dgm:spPr/>
      <dgm:t>
        <a:bodyPr/>
        <a:lstStyle/>
        <a:p>
          <a:r>
            <a:rPr lang="en-IN"/>
            <a:t>DynamoDB (studentData)</a:t>
          </a:r>
        </a:p>
      </dgm:t>
    </dgm:pt>
    <dgm:pt modelId="{392BE857-D9AF-47CA-A37C-01A2A2C573EE}" type="parTrans" cxnId="{5C94BEBB-88D0-4977-84CE-442D9BEBE022}">
      <dgm:prSet/>
      <dgm:spPr/>
      <dgm:t>
        <a:bodyPr/>
        <a:lstStyle/>
        <a:p>
          <a:endParaRPr lang="en-IN"/>
        </a:p>
      </dgm:t>
    </dgm:pt>
    <dgm:pt modelId="{8C8BC9DA-7529-43AE-AFAE-91BB4CA11932}" type="sibTrans" cxnId="{5C94BEBB-88D0-4977-84CE-442D9BEBE022}">
      <dgm:prSet/>
      <dgm:spPr/>
      <dgm:t>
        <a:bodyPr/>
        <a:lstStyle/>
        <a:p>
          <a:endParaRPr lang="en-IN"/>
        </a:p>
      </dgm:t>
    </dgm:pt>
    <dgm:pt modelId="{99626AE5-CED6-4CDA-BF45-1C2740B6A6A7}">
      <dgm:prSet/>
      <dgm:spPr/>
      <dgm:t>
        <a:bodyPr/>
        <a:lstStyle/>
        <a:p>
          <a:r>
            <a:rPr lang="en-IN"/>
            <a:t>CloudWatch Logs</a:t>
          </a:r>
        </a:p>
      </dgm:t>
    </dgm:pt>
    <dgm:pt modelId="{542954D1-8A3B-4F45-95AF-600442E048DF}" type="parTrans" cxnId="{6431366E-C89E-4264-929C-68AC2336C5B0}">
      <dgm:prSet/>
      <dgm:spPr/>
      <dgm:t>
        <a:bodyPr/>
        <a:lstStyle/>
        <a:p>
          <a:endParaRPr lang="en-IN"/>
        </a:p>
      </dgm:t>
    </dgm:pt>
    <dgm:pt modelId="{B58EE643-0244-4CC4-95E0-B4F8C030E196}" type="sibTrans" cxnId="{6431366E-C89E-4264-929C-68AC2336C5B0}">
      <dgm:prSet/>
      <dgm:spPr/>
      <dgm:t>
        <a:bodyPr/>
        <a:lstStyle/>
        <a:p>
          <a:endParaRPr lang="en-IN"/>
        </a:p>
      </dgm:t>
    </dgm:pt>
    <dgm:pt modelId="{0C9F324A-2229-4A19-AB3D-83C008D7C2AB}" type="pres">
      <dgm:prSet presAssocID="{31BF6186-8411-4EB2-AB07-6446308B1C8D}" presName="linearFlow" presStyleCnt="0">
        <dgm:presLayoutVars>
          <dgm:resizeHandles val="exact"/>
        </dgm:presLayoutVars>
      </dgm:prSet>
      <dgm:spPr/>
    </dgm:pt>
    <dgm:pt modelId="{09836869-BE9A-4299-9436-7DC5B6D1D1AE}" type="pres">
      <dgm:prSet presAssocID="{FACB0B62-B0A2-475D-BAB9-5E9164A0CAE5}" presName="node" presStyleLbl="node1" presStyleIdx="0" presStyleCnt="5" custScaleX="136473" custLinFactNeighborX="-56265" custLinFactNeighborY="54159">
        <dgm:presLayoutVars>
          <dgm:bulletEnabled val="1"/>
        </dgm:presLayoutVars>
      </dgm:prSet>
      <dgm:spPr/>
    </dgm:pt>
    <dgm:pt modelId="{C6F3C1B4-2718-445D-A4C4-6C174ED4EE53}" type="pres">
      <dgm:prSet presAssocID="{848A45D8-9D23-4163-9484-6AD8390678AE}" presName="sibTrans" presStyleLbl="sibTrans2D1" presStyleIdx="0" presStyleCnt="4" custScaleX="136473"/>
      <dgm:spPr/>
    </dgm:pt>
    <dgm:pt modelId="{95EF121D-A3CE-4C81-B0CC-C71605A935AF}" type="pres">
      <dgm:prSet presAssocID="{848A45D8-9D23-4163-9484-6AD8390678AE}" presName="connectorText" presStyleLbl="sibTrans2D1" presStyleIdx="0" presStyleCnt="4"/>
      <dgm:spPr/>
    </dgm:pt>
    <dgm:pt modelId="{BA32FCB3-AD25-435A-82D2-178C4928DDB3}" type="pres">
      <dgm:prSet presAssocID="{05CA0D9E-6FD4-42AB-B404-C9836A4CAAB2}" presName="node" presStyleLbl="node1" presStyleIdx="1" presStyleCnt="5" custScaleX="136473" custLinFactNeighborX="-56265" custLinFactNeighborY="19009">
        <dgm:presLayoutVars>
          <dgm:bulletEnabled val="1"/>
        </dgm:presLayoutVars>
      </dgm:prSet>
      <dgm:spPr/>
    </dgm:pt>
    <dgm:pt modelId="{4532B522-E194-45F5-93C7-E0A61C635D92}" type="pres">
      <dgm:prSet presAssocID="{4B9C11B8-8837-4258-9CD7-9FFFBFF9951C}" presName="sibTrans" presStyleLbl="sibTrans2D1" presStyleIdx="1" presStyleCnt="4" custScaleX="136473"/>
      <dgm:spPr/>
    </dgm:pt>
    <dgm:pt modelId="{C1BFA00F-FC83-4BDB-9658-0651C9FC5064}" type="pres">
      <dgm:prSet presAssocID="{4B9C11B8-8837-4258-9CD7-9FFFBFF9951C}" presName="connectorText" presStyleLbl="sibTrans2D1" presStyleIdx="1" presStyleCnt="4"/>
      <dgm:spPr/>
    </dgm:pt>
    <dgm:pt modelId="{5ADCEDB0-52F4-4CBD-AE3C-2FF08C8623D6}" type="pres">
      <dgm:prSet presAssocID="{B482EB94-AF03-4D1B-ACDE-263342C75141}" presName="node" presStyleLbl="node1" presStyleIdx="2" presStyleCnt="5" custScaleX="136473" custLinFactNeighborX="-56265" custLinFactNeighborY="19009">
        <dgm:presLayoutVars>
          <dgm:bulletEnabled val="1"/>
        </dgm:presLayoutVars>
      </dgm:prSet>
      <dgm:spPr/>
    </dgm:pt>
    <dgm:pt modelId="{E6DA1805-FA2E-4DD4-8259-80704A29D461}" type="pres">
      <dgm:prSet presAssocID="{D3831605-9278-40CA-8FC0-2D2F7F292730}" presName="sibTrans" presStyleLbl="sibTrans2D1" presStyleIdx="2" presStyleCnt="4" custScaleX="136473"/>
      <dgm:spPr/>
    </dgm:pt>
    <dgm:pt modelId="{9D53A6C5-5E72-49F8-A7E6-4F49E6F41E2A}" type="pres">
      <dgm:prSet presAssocID="{D3831605-9278-40CA-8FC0-2D2F7F292730}" presName="connectorText" presStyleLbl="sibTrans2D1" presStyleIdx="2" presStyleCnt="4"/>
      <dgm:spPr/>
    </dgm:pt>
    <dgm:pt modelId="{016F9FDE-AE85-4ADD-9D69-DE06205965B6}" type="pres">
      <dgm:prSet presAssocID="{32A35C69-3A7B-4D32-8053-C0E1628C9306}" presName="node" presStyleLbl="node1" presStyleIdx="3" presStyleCnt="5" custScaleX="136473" custLinFactNeighborX="-56265" custLinFactNeighborY="19009">
        <dgm:presLayoutVars>
          <dgm:bulletEnabled val="1"/>
        </dgm:presLayoutVars>
      </dgm:prSet>
      <dgm:spPr/>
    </dgm:pt>
    <dgm:pt modelId="{AF9AC539-1128-4D11-9099-BB2793F12D13}" type="pres">
      <dgm:prSet presAssocID="{8C8BC9DA-7529-43AE-AFAE-91BB4CA11932}" presName="sibTrans" presStyleLbl="sibTrans2D1" presStyleIdx="3" presStyleCnt="4" custScaleX="136473"/>
      <dgm:spPr/>
    </dgm:pt>
    <dgm:pt modelId="{F6437C75-8BB9-4469-A297-4CE063711AE7}" type="pres">
      <dgm:prSet presAssocID="{8C8BC9DA-7529-43AE-AFAE-91BB4CA11932}" presName="connectorText" presStyleLbl="sibTrans2D1" presStyleIdx="3" presStyleCnt="4"/>
      <dgm:spPr/>
    </dgm:pt>
    <dgm:pt modelId="{B23D476A-2676-4DD8-8D5D-1E5FCB3C8678}" type="pres">
      <dgm:prSet presAssocID="{99626AE5-CED6-4CDA-BF45-1C2740B6A6A7}" presName="node" presStyleLbl="node1" presStyleIdx="4" presStyleCnt="5" custScaleX="136473" custLinFactNeighborX="-56265" custLinFactNeighborY="171">
        <dgm:presLayoutVars>
          <dgm:bulletEnabled val="1"/>
        </dgm:presLayoutVars>
      </dgm:prSet>
      <dgm:spPr/>
    </dgm:pt>
  </dgm:ptLst>
  <dgm:cxnLst>
    <dgm:cxn modelId="{40DE320F-3996-4260-93C3-4AC04B2D741A}" type="presOf" srcId="{8C8BC9DA-7529-43AE-AFAE-91BB4CA11932}" destId="{F6437C75-8BB9-4469-A297-4CE063711AE7}" srcOrd="1" destOrd="0" presId="urn:microsoft.com/office/officeart/2005/8/layout/process2"/>
    <dgm:cxn modelId="{6E88021C-C20C-4550-B6FA-ABCD29BDC8C3}" type="presOf" srcId="{8C8BC9DA-7529-43AE-AFAE-91BB4CA11932}" destId="{AF9AC539-1128-4D11-9099-BB2793F12D13}" srcOrd="0" destOrd="0" presId="urn:microsoft.com/office/officeart/2005/8/layout/process2"/>
    <dgm:cxn modelId="{A80CBD1D-D49F-4604-86CE-C6B8FCC4C44F}" type="presOf" srcId="{4B9C11B8-8837-4258-9CD7-9FFFBFF9951C}" destId="{C1BFA00F-FC83-4BDB-9658-0651C9FC5064}" srcOrd="1" destOrd="0" presId="urn:microsoft.com/office/officeart/2005/8/layout/process2"/>
    <dgm:cxn modelId="{29404A30-D4A5-4704-B07D-484A0904D7A6}" srcId="{31BF6186-8411-4EB2-AB07-6446308B1C8D}" destId="{FACB0B62-B0A2-475D-BAB9-5E9164A0CAE5}" srcOrd="0" destOrd="0" parTransId="{D089D3C8-32E7-4FDF-9BFE-C33D8A1B716B}" sibTransId="{848A45D8-9D23-4163-9484-6AD8390678AE}"/>
    <dgm:cxn modelId="{23FA6836-8896-4D38-A5D9-CB122E832642}" type="presOf" srcId="{05CA0D9E-6FD4-42AB-B404-C9836A4CAAB2}" destId="{BA32FCB3-AD25-435A-82D2-178C4928DDB3}" srcOrd="0" destOrd="0" presId="urn:microsoft.com/office/officeart/2005/8/layout/process2"/>
    <dgm:cxn modelId="{D6D1CE5C-611F-4372-9782-940A070D12B4}" type="presOf" srcId="{D3831605-9278-40CA-8FC0-2D2F7F292730}" destId="{E6DA1805-FA2E-4DD4-8259-80704A29D461}" srcOrd="0" destOrd="0" presId="urn:microsoft.com/office/officeart/2005/8/layout/process2"/>
    <dgm:cxn modelId="{E8FC375E-9B33-46E2-A6A9-DA75177763F8}" type="presOf" srcId="{99626AE5-CED6-4CDA-BF45-1C2740B6A6A7}" destId="{B23D476A-2676-4DD8-8D5D-1E5FCB3C8678}" srcOrd="0" destOrd="0" presId="urn:microsoft.com/office/officeart/2005/8/layout/process2"/>
    <dgm:cxn modelId="{6EF03E5E-F0BE-421F-AF4F-F33B06F78AF9}" type="presOf" srcId="{31BF6186-8411-4EB2-AB07-6446308B1C8D}" destId="{0C9F324A-2229-4A19-AB3D-83C008D7C2AB}" srcOrd="0" destOrd="0" presId="urn:microsoft.com/office/officeart/2005/8/layout/process2"/>
    <dgm:cxn modelId="{6BF79B47-3970-4A92-9F32-29D502F55263}" type="presOf" srcId="{4B9C11B8-8837-4258-9CD7-9FFFBFF9951C}" destId="{4532B522-E194-45F5-93C7-E0A61C635D92}" srcOrd="0" destOrd="0" presId="urn:microsoft.com/office/officeart/2005/8/layout/process2"/>
    <dgm:cxn modelId="{6431366E-C89E-4264-929C-68AC2336C5B0}" srcId="{31BF6186-8411-4EB2-AB07-6446308B1C8D}" destId="{99626AE5-CED6-4CDA-BF45-1C2740B6A6A7}" srcOrd="4" destOrd="0" parTransId="{542954D1-8A3B-4F45-95AF-600442E048DF}" sibTransId="{B58EE643-0244-4CC4-95E0-B4F8C030E196}"/>
    <dgm:cxn modelId="{62C5C374-7505-4D99-AC4C-314D20DDE948}" type="presOf" srcId="{32A35C69-3A7B-4D32-8053-C0E1628C9306}" destId="{016F9FDE-AE85-4ADD-9D69-DE06205965B6}" srcOrd="0" destOrd="0" presId="urn:microsoft.com/office/officeart/2005/8/layout/process2"/>
    <dgm:cxn modelId="{5B520E59-47D6-4A09-9AC6-1628AED9F90D}" type="presOf" srcId="{848A45D8-9D23-4163-9484-6AD8390678AE}" destId="{C6F3C1B4-2718-445D-A4C4-6C174ED4EE53}" srcOrd="0" destOrd="0" presId="urn:microsoft.com/office/officeart/2005/8/layout/process2"/>
    <dgm:cxn modelId="{1DD9C486-9BA2-4C0A-BF5E-D64DFC18CCC9}" type="presOf" srcId="{D3831605-9278-40CA-8FC0-2D2F7F292730}" destId="{9D53A6C5-5E72-49F8-A7E6-4F49E6F41E2A}" srcOrd="1" destOrd="0" presId="urn:microsoft.com/office/officeart/2005/8/layout/process2"/>
    <dgm:cxn modelId="{B4B8EB9A-B7A3-4D2A-AB03-7B25A9662517}" type="presOf" srcId="{848A45D8-9D23-4163-9484-6AD8390678AE}" destId="{95EF121D-A3CE-4C81-B0CC-C71605A935AF}" srcOrd="1" destOrd="0" presId="urn:microsoft.com/office/officeart/2005/8/layout/process2"/>
    <dgm:cxn modelId="{7D10A0A7-802E-4704-92E0-A10B69D3F3D1}" type="presOf" srcId="{FACB0B62-B0A2-475D-BAB9-5E9164A0CAE5}" destId="{09836869-BE9A-4299-9436-7DC5B6D1D1AE}" srcOrd="0" destOrd="0" presId="urn:microsoft.com/office/officeart/2005/8/layout/process2"/>
    <dgm:cxn modelId="{5C94BEBB-88D0-4977-84CE-442D9BEBE022}" srcId="{31BF6186-8411-4EB2-AB07-6446308B1C8D}" destId="{32A35C69-3A7B-4D32-8053-C0E1628C9306}" srcOrd="3" destOrd="0" parTransId="{392BE857-D9AF-47CA-A37C-01A2A2C573EE}" sibTransId="{8C8BC9DA-7529-43AE-AFAE-91BB4CA11932}"/>
    <dgm:cxn modelId="{5E3520BD-12DB-4A97-8944-353245E02711}" srcId="{31BF6186-8411-4EB2-AB07-6446308B1C8D}" destId="{05CA0D9E-6FD4-42AB-B404-C9836A4CAAB2}" srcOrd="1" destOrd="0" parTransId="{77954403-D0BB-4EED-A237-F5DE83C977B6}" sibTransId="{4B9C11B8-8837-4258-9CD7-9FFFBFF9951C}"/>
    <dgm:cxn modelId="{7C06F3D5-CE5C-4029-BCF7-74AA0FA1A4E6}" srcId="{31BF6186-8411-4EB2-AB07-6446308B1C8D}" destId="{B482EB94-AF03-4D1B-ACDE-263342C75141}" srcOrd="2" destOrd="0" parTransId="{806DC41C-784C-481E-8C41-1F51FF9587F2}" sibTransId="{D3831605-9278-40CA-8FC0-2D2F7F292730}"/>
    <dgm:cxn modelId="{66B00CED-1776-4007-A85E-4D610EA08014}" type="presOf" srcId="{B482EB94-AF03-4D1B-ACDE-263342C75141}" destId="{5ADCEDB0-52F4-4CBD-AE3C-2FF08C8623D6}" srcOrd="0" destOrd="0" presId="urn:microsoft.com/office/officeart/2005/8/layout/process2"/>
    <dgm:cxn modelId="{F6C83A81-821C-47A3-B400-645A11924391}" type="presParOf" srcId="{0C9F324A-2229-4A19-AB3D-83C008D7C2AB}" destId="{09836869-BE9A-4299-9436-7DC5B6D1D1AE}" srcOrd="0" destOrd="0" presId="urn:microsoft.com/office/officeart/2005/8/layout/process2"/>
    <dgm:cxn modelId="{4AFB1F10-BDA8-4AF3-B70B-E03F1B21BC70}" type="presParOf" srcId="{0C9F324A-2229-4A19-AB3D-83C008D7C2AB}" destId="{C6F3C1B4-2718-445D-A4C4-6C174ED4EE53}" srcOrd="1" destOrd="0" presId="urn:microsoft.com/office/officeart/2005/8/layout/process2"/>
    <dgm:cxn modelId="{1047FB14-BEE3-4022-B99B-707FE5A3966B}" type="presParOf" srcId="{C6F3C1B4-2718-445D-A4C4-6C174ED4EE53}" destId="{95EF121D-A3CE-4C81-B0CC-C71605A935AF}" srcOrd="0" destOrd="0" presId="urn:microsoft.com/office/officeart/2005/8/layout/process2"/>
    <dgm:cxn modelId="{49BAAFCF-2149-419C-BA31-50A6A340C693}" type="presParOf" srcId="{0C9F324A-2229-4A19-AB3D-83C008D7C2AB}" destId="{BA32FCB3-AD25-435A-82D2-178C4928DDB3}" srcOrd="2" destOrd="0" presId="urn:microsoft.com/office/officeart/2005/8/layout/process2"/>
    <dgm:cxn modelId="{094FE605-E60E-4DD2-B837-4417B1343F55}" type="presParOf" srcId="{0C9F324A-2229-4A19-AB3D-83C008D7C2AB}" destId="{4532B522-E194-45F5-93C7-E0A61C635D92}" srcOrd="3" destOrd="0" presId="urn:microsoft.com/office/officeart/2005/8/layout/process2"/>
    <dgm:cxn modelId="{88673786-EF9E-4E49-8411-C46ECE2C91C4}" type="presParOf" srcId="{4532B522-E194-45F5-93C7-E0A61C635D92}" destId="{C1BFA00F-FC83-4BDB-9658-0651C9FC5064}" srcOrd="0" destOrd="0" presId="urn:microsoft.com/office/officeart/2005/8/layout/process2"/>
    <dgm:cxn modelId="{15A8CE9C-D998-4FC7-AC92-B139B579E442}" type="presParOf" srcId="{0C9F324A-2229-4A19-AB3D-83C008D7C2AB}" destId="{5ADCEDB0-52F4-4CBD-AE3C-2FF08C8623D6}" srcOrd="4" destOrd="0" presId="urn:microsoft.com/office/officeart/2005/8/layout/process2"/>
    <dgm:cxn modelId="{E7E0252D-3551-405D-8889-CE53AB809144}" type="presParOf" srcId="{0C9F324A-2229-4A19-AB3D-83C008D7C2AB}" destId="{E6DA1805-FA2E-4DD4-8259-80704A29D461}" srcOrd="5" destOrd="0" presId="urn:microsoft.com/office/officeart/2005/8/layout/process2"/>
    <dgm:cxn modelId="{D460A8FB-23D5-4076-B6D5-EE5BDF217331}" type="presParOf" srcId="{E6DA1805-FA2E-4DD4-8259-80704A29D461}" destId="{9D53A6C5-5E72-49F8-A7E6-4F49E6F41E2A}" srcOrd="0" destOrd="0" presId="urn:microsoft.com/office/officeart/2005/8/layout/process2"/>
    <dgm:cxn modelId="{EB4D542C-4F73-4EC0-AA70-6D22DB640252}" type="presParOf" srcId="{0C9F324A-2229-4A19-AB3D-83C008D7C2AB}" destId="{016F9FDE-AE85-4ADD-9D69-DE06205965B6}" srcOrd="6" destOrd="0" presId="urn:microsoft.com/office/officeart/2005/8/layout/process2"/>
    <dgm:cxn modelId="{4941E64F-C776-4B1C-9B52-FB73287FC157}" type="presParOf" srcId="{0C9F324A-2229-4A19-AB3D-83C008D7C2AB}" destId="{AF9AC539-1128-4D11-9099-BB2793F12D13}" srcOrd="7" destOrd="0" presId="urn:microsoft.com/office/officeart/2005/8/layout/process2"/>
    <dgm:cxn modelId="{0B77BFAB-ED8E-4B3F-B29E-0970AFE03A9E}" type="presParOf" srcId="{AF9AC539-1128-4D11-9099-BB2793F12D13}" destId="{F6437C75-8BB9-4469-A297-4CE063711AE7}" srcOrd="0" destOrd="0" presId="urn:microsoft.com/office/officeart/2005/8/layout/process2"/>
    <dgm:cxn modelId="{1E8CF96B-FE4D-4208-A457-4F3ECC79A356}" type="presParOf" srcId="{0C9F324A-2229-4A19-AB3D-83C008D7C2AB}" destId="{B23D476A-2676-4DD8-8D5D-1E5FCB3C8678}"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836869-BE9A-4299-9436-7DC5B6D1D1AE}">
      <dsp:nvSpPr>
        <dsp:cNvPr id="0" name=""/>
        <dsp:cNvSpPr/>
      </dsp:nvSpPr>
      <dsp:spPr>
        <a:xfrm>
          <a:off x="3494343" y="174229"/>
          <a:ext cx="2316476" cy="6413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Client/Postman</a:t>
          </a:r>
        </a:p>
      </dsp:txBody>
      <dsp:txXfrm>
        <a:off x="3513128" y="193014"/>
        <a:ext cx="2278906" cy="603804"/>
      </dsp:txXfrm>
    </dsp:sp>
    <dsp:sp modelId="{C6F3C1B4-2718-445D-A4C4-6C174ED4EE53}">
      <dsp:nvSpPr>
        <dsp:cNvPr id="0" name=""/>
        <dsp:cNvSpPr/>
      </dsp:nvSpPr>
      <dsp:spPr>
        <a:xfrm rot="5400000">
          <a:off x="4546150" y="775277"/>
          <a:ext cx="212862" cy="28861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5400000">
        <a:off x="4565997" y="813155"/>
        <a:ext cx="173170" cy="149003"/>
      </dsp:txXfrm>
    </dsp:sp>
    <dsp:sp modelId="{BA32FCB3-AD25-435A-82D2-178C4928DDB3}">
      <dsp:nvSpPr>
        <dsp:cNvPr id="0" name=""/>
        <dsp:cNvSpPr/>
      </dsp:nvSpPr>
      <dsp:spPr>
        <a:xfrm>
          <a:off x="3494343" y="1023569"/>
          <a:ext cx="2316476" cy="6413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API Gateway</a:t>
          </a:r>
        </a:p>
      </dsp:txBody>
      <dsp:txXfrm>
        <a:off x="3513128" y="1042354"/>
        <a:ext cx="2278906" cy="603804"/>
      </dsp:txXfrm>
    </dsp:sp>
    <dsp:sp modelId="{4532B522-E194-45F5-93C7-E0A61C635D92}">
      <dsp:nvSpPr>
        <dsp:cNvPr id="0" name=""/>
        <dsp:cNvSpPr/>
      </dsp:nvSpPr>
      <dsp:spPr>
        <a:xfrm rot="5400000">
          <a:off x="4488462" y="1680979"/>
          <a:ext cx="328238" cy="28861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rot="-5400000">
        <a:off x="4565996" y="1661170"/>
        <a:ext cx="173170" cy="241653"/>
      </dsp:txXfrm>
    </dsp:sp>
    <dsp:sp modelId="{5ADCEDB0-52F4-4CBD-AE3C-2FF08C8623D6}">
      <dsp:nvSpPr>
        <dsp:cNvPr id="0" name=""/>
        <dsp:cNvSpPr/>
      </dsp:nvSpPr>
      <dsp:spPr>
        <a:xfrm>
          <a:off x="3494343" y="1985632"/>
          <a:ext cx="2316476" cy="6413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AWS Lambda (formprocessor)</a:t>
          </a:r>
        </a:p>
      </dsp:txBody>
      <dsp:txXfrm>
        <a:off x="3513128" y="2004417"/>
        <a:ext cx="2278906" cy="603804"/>
      </dsp:txXfrm>
    </dsp:sp>
    <dsp:sp modelId="{E6DA1805-FA2E-4DD4-8259-80704A29D461}">
      <dsp:nvSpPr>
        <dsp:cNvPr id="0" name=""/>
        <dsp:cNvSpPr/>
      </dsp:nvSpPr>
      <dsp:spPr>
        <a:xfrm rot="5400000">
          <a:off x="4488462" y="2643041"/>
          <a:ext cx="328238" cy="28861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rot="-5400000">
        <a:off x="4565996" y="2623232"/>
        <a:ext cx="173170" cy="241653"/>
      </dsp:txXfrm>
    </dsp:sp>
    <dsp:sp modelId="{016F9FDE-AE85-4ADD-9D69-DE06205965B6}">
      <dsp:nvSpPr>
        <dsp:cNvPr id="0" name=""/>
        <dsp:cNvSpPr/>
      </dsp:nvSpPr>
      <dsp:spPr>
        <a:xfrm>
          <a:off x="3494343" y="2947694"/>
          <a:ext cx="2316476" cy="6413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DynamoDB (studentData)</a:t>
          </a:r>
        </a:p>
      </dsp:txBody>
      <dsp:txXfrm>
        <a:off x="3513128" y="2966479"/>
        <a:ext cx="2278906" cy="603804"/>
      </dsp:txXfrm>
    </dsp:sp>
    <dsp:sp modelId="{AF9AC539-1128-4D11-9099-BB2793F12D13}">
      <dsp:nvSpPr>
        <dsp:cNvPr id="0" name=""/>
        <dsp:cNvSpPr/>
      </dsp:nvSpPr>
      <dsp:spPr>
        <a:xfrm rot="5400000">
          <a:off x="4519379" y="3574897"/>
          <a:ext cx="266404" cy="28861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rot="-5400000">
        <a:off x="4565996" y="3586005"/>
        <a:ext cx="173170" cy="186483"/>
      </dsp:txXfrm>
    </dsp:sp>
    <dsp:sp modelId="{B23D476A-2676-4DD8-8D5D-1E5FCB3C8678}">
      <dsp:nvSpPr>
        <dsp:cNvPr id="0" name=""/>
        <dsp:cNvSpPr/>
      </dsp:nvSpPr>
      <dsp:spPr>
        <a:xfrm>
          <a:off x="3494343" y="3849345"/>
          <a:ext cx="2316476" cy="6413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CloudWatch Logs</a:t>
          </a:r>
        </a:p>
      </dsp:txBody>
      <dsp:txXfrm>
        <a:off x="3513128" y="3868130"/>
        <a:ext cx="2278906" cy="603804"/>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6/12/2026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6/12/2026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hyperlink" Target="https://duvvuruganesh16-9590684.postman.co/workspace/Ganesh-Duvvuru's-Workspace~c7403502-6c72-43fa-8e9e-b0a9ebb5672e/request/55614293-90d35df5-2f6e-471b-8176-ec364b501a8b?sideView=agentMode" TargetMode="Externa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557272" y="772160"/>
            <a:ext cx="7077456" cy="1840992"/>
          </a:xfrm>
        </p:spPr>
        <p:txBody>
          <a:bodyPr/>
          <a:lstStyle/>
          <a:p>
            <a:pPr algn="ctr"/>
            <a:r>
              <a:rPr lang="en-US" sz="5400" dirty="0"/>
              <a:t>Serverless function using AWS</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557272" y="3251200"/>
            <a:ext cx="7077456" cy="2661920"/>
          </a:xfrm>
        </p:spPr>
        <p:txBody>
          <a:bodyPr/>
          <a:lstStyle/>
          <a:p>
            <a:pPr marL="0" indent="0" algn="ctr">
              <a:buNone/>
            </a:pPr>
            <a:r>
              <a:rPr lang="en-US" dirty="0"/>
              <a:t>CLOUD COMPUTING PROJECT </a:t>
            </a:r>
          </a:p>
          <a:p>
            <a:pPr marL="0" indent="0" algn="ctr">
              <a:buNone/>
            </a:pPr>
            <a:endParaRPr lang="en-US" dirty="0"/>
          </a:p>
          <a:p>
            <a:pPr marL="0" indent="0" algn="ctr">
              <a:buNone/>
            </a:pPr>
            <a:r>
              <a:rPr lang="en-US" dirty="0">
                <a:solidFill>
                  <a:schemeClr val="accent2"/>
                </a:solidFill>
              </a:rPr>
              <a:t>PRESENTED BY</a:t>
            </a:r>
            <a:r>
              <a:rPr lang="en-US" dirty="0"/>
              <a:t>:</a:t>
            </a:r>
          </a:p>
          <a:p>
            <a:pPr marL="0" indent="0" algn="ctr">
              <a:buNone/>
            </a:pPr>
            <a:r>
              <a:rPr lang="en-US" dirty="0"/>
              <a:t>DUVVURU GANESH</a:t>
            </a:r>
          </a:p>
          <a:p>
            <a:pPr marL="0" indent="0" algn="ctr">
              <a:buNone/>
            </a:pPr>
            <a:endParaRPr lang="en-US" dirty="0"/>
          </a:p>
          <a:p>
            <a:pPr marL="0" indent="0" algn="ctr">
              <a:buNone/>
            </a:pPr>
            <a:r>
              <a:rPr lang="en-US" dirty="0">
                <a:solidFill>
                  <a:schemeClr val="accent2"/>
                </a:solidFill>
              </a:rPr>
              <a:t>ORGANIZED BY</a:t>
            </a:r>
            <a:r>
              <a:rPr lang="en-US" dirty="0"/>
              <a:t>:</a:t>
            </a:r>
          </a:p>
          <a:p>
            <a:pPr marL="0" indent="0" algn="ctr">
              <a:buNone/>
            </a:pPr>
            <a:r>
              <a:rPr lang="en-US" dirty="0"/>
              <a:t>TECH VEDHU</a:t>
            </a:r>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p:txBody>
      </p:sp>
    </p:spTree>
    <p:extLst>
      <p:ext uri="{BB962C8B-B14F-4D97-AF65-F5344CB8AC3E}">
        <p14:creationId xmlns:p14="http://schemas.microsoft.com/office/powerpoint/2010/main" val="39469345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56ED8-711D-BA83-8B8F-542850DA83F9}"/>
              </a:ext>
            </a:extLst>
          </p:cNvPr>
          <p:cNvSpPr>
            <a:spLocks noGrp="1"/>
          </p:cNvSpPr>
          <p:nvPr>
            <p:ph type="title"/>
          </p:nvPr>
        </p:nvSpPr>
        <p:spPr/>
        <p:txBody>
          <a:bodyPr/>
          <a:lstStyle/>
          <a:p>
            <a:r>
              <a:rPr lang="en-IN" dirty="0"/>
              <a:t>Introduction:</a:t>
            </a:r>
          </a:p>
        </p:txBody>
      </p:sp>
      <p:sp>
        <p:nvSpPr>
          <p:cNvPr id="3" name="Slide Number Placeholder 2">
            <a:extLst>
              <a:ext uri="{FF2B5EF4-FFF2-40B4-BE49-F238E27FC236}">
                <a16:creationId xmlns:a16="http://schemas.microsoft.com/office/drawing/2014/main" id="{213A15E2-9462-8537-5312-B9A054FF6242}"/>
              </a:ext>
            </a:extLst>
          </p:cNvPr>
          <p:cNvSpPr>
            <a:spLocks noGrp="1"/>
          </p:cNvSpPr>
          <p:nvPr>
            <p:ph type="sldNum" sz="quarter" idx="12"/>
          </p:nvPr>
        </p:nvSpPr>
        <p:spPr/>
        <p:txBody>
          <a:bodyPr/>
          <a:lstStyle/>
          <a:p>
            <a:fld id="{C263D6C4-4840-40CC-AC84-17E24B3B7BDE}" type="slidenum">
              <a:rPr lang="en-US" noProof="0" smtClean="0"/>
              <a:pPr/>
              <a:t>2</a:t>
            </a:fld>
            <a:endParaRPr lang="en-US" noProof="0" dirty="0"/>
          </a:p>
        </p:txBody>
      </p:sp>
      <p:sp>
        <p:nvSpPr>
          <p:cNvPr id="4" name="Content Placeholder 3">
            <a:extLst>
              <a:ext uri="{FF2B5EF4-FFF2-40B4-BE49-F238E27FC236}">
                <a16:creationId xmlns:a16="http://schemas.microsoft.com/office/drawing/2014/main" id="{3A922DBF-01DE-DE81-A716-97EE6838E3D9}"/>
              </a:ext>
            </a:extLst>
          </p:cNvPr>
          <p:cNvSpPr>
            <a:spLocks noGrp="1"/>
          </p:cNvSpPr>
          <p:nvPr>
            <p:ph idx="1"/>
          </p:nvPr>
        </p:nvSpPr>
        <p:spPr/>
        <p:txBody>
          <a:bodyPr/>
          <a:lstStyle/>
          <a:p>
            <a:pPr marL="0" indent="0" algn="just">
              <a:buNone/>
            </a:pPr>
            <a:r>
              <a:rPr lang="en-IN" dirty="0"/>
              <a:t>This project demonstrates a serverless architecture using AWS services. The system processes serverless function through API Gateway and AWS Lambda, stores the data in DynamoDB, and monitors execution through CloudWatch logs. The project eliminates the need for managing servers and provides a scalable, cost-effective solution.</a:t>
            </a:r>
          </a:p>
        </p:txBody>
      </p:sp>
    </p:spTree>
    <p:extLst>
      <p:ext uri="{BB962C8B-B14F-4D97-AF65-F5344CB8AC3E}">
        <p14:creationId xmlns:p14="http://schemas.microsoft.com/office/powerpoint/2010/main" val="31116942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7EEA5-0CF8-E0FE-1EA0-9F997949D3F9}"/>
              </a:ext>
            </a:extLst>
          </p:cNvPr>
          <p:cNvSpPr>
            <a:spLocks noGrp="1"/>
          </p:cNvSpPr>
          <p:nvPr>
            <p:ph type="title"/>
          </p:nvPr>
        </p:nvSpPr>
        <p:spPr/>
        <p:txBody>
          <a:bodyPr/>
          <a:lstStyle/>
          <a:p>
            <a:r>
              <a:rPr lang="en-IN" dirty="0"/>
              <a:t>Objectives:</a:t>
            </a:r>
          </a:p>
        </p:txBody>
      </p:sp>
      <p:sp>
        <p:nvSpPr>
          <p:cNvPr id="3" name="Slide Number Placeholder 2">
            <a:extLst>
              <a:ext uri="{FF2B5EF4-FFF2-40B4-BE49-F238E27FC236}">
                <a16:creationId xmlns:a16="http://schemas.microsoft.com/office/drawing/2014/main" id="{0ECA8A04-AEEB-A732-7BFF-96A8D1FB0B2A}"/>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4" name="Content Placeholder 3">
            <a:extLst>
              <a:ext uri="{FF2B5EF4-FFF2-40B4-BE49-F238E27FC236}">
                <a16:creationId xmlns:a16="http://schemas.microsoft.com/office/drawing/2014/main" id="{ED41558A-392C-A3A3-77E5-C7BD11708259}"/>
              </a:ext>
            </a:extLst>
          </p:cNvPr>
          <p:cNvSpPr>
            <a:spLocks noGrp="1"/>
          </p:cNvSpPr>
          <p:nvPr>
            <p:ph idx="1"/>
          </p:nvPr>
        </p:nvSpPr>
        <p:spPr/>
        <p:txBody>
          <a:bodyPr/>
          <a:lstStyle/>
          <a:p>
            <a:r>
              <a:rPr lang="en-IN" dirty="0"/>
              <a:t>To understand serverless computing using AWS Lambda.</a:t>
            </a:r>
          </a:p>
          <a:p>
            <a:r>
              <a:rPr lang="en-IN" dirty="0"/>
              <a:t>To integrate API Gateway with Lambda functions.</a:t>
            </a:r>
          </a:p>
          <a:p>
            <a:r>
              <a:rPr lang="en-IN" dirty="0"/>
              <a:t>To store and retrieve data using Amazon DynamoDB.</a:t>
            </a:r>
          </a:p>
          <a:p>
            <a:r>
              <a:rPr lang="en-IN" dirty="0"/>
              <a:t>To monitor application execution using Amazon CloudWatch.</a:t>
            </a:r>
          </a:p>
          <a:p>
            <a:r>
              <a:rPr lang="en-IN" dirty="0"/>
              <a:t>To implement an end-to-end serverless application.</a:t>
            </a:r>
          </a:p>
        </p:txBody>
      </p:sp>
    </p:spTree>
    <p:extLst>
      <p:ext uri="{BB962C8B-B14F-4D97-AF65-F5344CB8AC3E}">
        <p14:creationId xmlns:p14="http://schemas.microsoft.com/office/powerpoint/2010/main" val="21611890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9780F-1D86-4ECB-2943-D5F45E69CFEC}"/>
              </a:ext>
            </a:extLst>
          </p:cNvPr>
          <p:cNvSpPr>
            <a:spLocks noGrp="1"/>
          </p:cNvSpPr>
          <p:nvPr>
            <p:ph type="title"/>
          </p:nvPr>
        </p:nvSpPr>
        <p:spPr/>
        <p:txBody>
          <a:bodyPr/>
          <a:lstStyle/>
          <a:p>
            <a:r>
              <a:rPr lang="en-IN" dirty="0"/>
              <a:t>Technology Used:</a:t>
            </a:r>
          </a:p>
        </p:txBody>
      </p:sp>
      <p:sp>
        <p:nvSpPr>
          <p:cNvPr id="3" name="Slide Number Placeholder 2">
            <a:extLst>
              <a:ext uri="{FF2B5EF4-FFF2-40B4-BE49-F238E27FC236}">
                <a16:creationId xmlns:a16="http://schemas.microsoft.com/office/drawing/2014/main" id="{DA29558A-6696-2156-59D6-C635B2D6E577}"/>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4" name="Content Placeholder 3">
            <a:extLst>
              <a:ext uri="{FF2B5EF4-FFF2-40B4-BE49-F238E27FC236}">
                <a16:creationId xmlns:a16="http://schemas.microsoft.com/office/drawing/2014/main" id="{B6BC3BBC-E551-7021-3AAA-23C9C419E0C9}"/>
              </a:ext>
            </a:extLst>
          </p:cNvPr>
          <p:cNvSpPr>
            <a:spLocks noGrp="1"/>
          </p:cNvSpPr>
          <p:nvPr>
            <p:ph idx="1"/>
          </p:nvPr>
        </p:nvSpPr>
        <p:spPr/>
        <p:txBody>
          <a:bodyPr/>
          <a:lstStyle/>
          <a:p>
            <a:r>
              <a:rPr lang="en-IN" dirty="0"/>
              <a:t>AWS Lambda</a:t>
            </a:r>
          </a:p>
          <a:p>
            <a:r>
              <a:rPr lang="en-IN" dirty="0"/>
              <a:t>Amazon API Gateway</a:t>
            </a:r>
          </a:p>
          <a:p>
            <a:r>
              <a:rPr lang="en-IN" dirty="0"/>
              <a:t>Amazon DynamoDB</a:t>
            </a:r>
          </a:p>
          <a:p>
            <a:r>
              <a:rPr lang="en-IN" dirty="0"/>
              <a:t>Amazon CloudWatch</a:t>
            </a:r>
          </a:p>
          <a:p>
            <a:r>
              <a:rPr lang="en-IN" dirty="0"/>
              <a:t>IAM (Identity and Access Management)</a:t>
            </a:r>
          </a:p>
          <a:p>
            <a:r>
              <a:rPr lang="en-IN" dirty="0"/>
              <a:t>Python 3.12</a:t>
            </a:r>
          </a:p>
          <a:p>
            <a:r>
              <a:rPr lang="en-IN" dirty="0"/>
              <a:t>Postman</a:t>
            </a:r>
          </a:p>
        </p:txBody>
      </p:sp>
    </p:spTree>
    <p:extLst>
      <p:ext uri="{BB962C8B-B14F-4D97-AF65-F5344CB8AC3E}">
        <p14:creationId xmlns:p14="http://schemas.microsoft.com/office/powerpoint/2010/main" val="27426448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02BBF-EFF1-A050-1104-70780B211070}"/>
              </a:ext>
            </a:extLst>
          </p:cNvPr>
          <p:cNvSpPr>
            <a:spLocks noGrp="1"/>
          </p:cNvSpPr>
          <p:nvPr>
            <p:ph type="title"/>
          </p:nvPr>
        </p:nvSpPr>
        <p:spPr/>
        <p:txBody>
          <a:bodyPr/>
          <a:lstStyle/>
          <a:p>
            <a:r>
              <a:rPr lang="en-IN" dirty="0"/>
              <a:t>Methodology:</a:t>
            </a:r>
          </a:p>
        </p:txBody>
      </p:sp>
      <p:sp>
        <p:nvSpPr>
          <p:cNvPr id="3" name="Slide Number Placeholder 2">
            <a:extLst>
              <a:ext uri="{FF2B5EF4-FFF2-40B4-BE49-F238E27FC236}">
                <a16:creationId xmlns:a16="http://schemas.microsoft.com/office/drawing/2014/main" id="{4BCC34F7-0F89-A8A4-D07B-C499D3259D9D}"/>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4" name="Content Placeholder 3">
            <a:extLst>
              <a:ext uri="{FF2B5EF4-FFF2-40B4-BE49-F238E27FC236}">
                <a16:creationId xmlns:a16="http://schemas.microsoft.com/office/drawing/2014/main" id="{28E19BA8-E1DB-8015-CC0F-CF5FBACF1FB6}"/>
              </a:ext>
            </a:extLst>
          </p:cNvPr>
          <p:cNvSpPr>
            <a:spLocks noGrp="1"/>
          </p:cNvSpPr>
          <p:nvPr>
            <p:ph idx="1"/>
          </p:nvPr>
        </p:nvSpPr>
        <p:spPr/>
        <p:txBody>
          <a:bodyPr/>
          <a:lstStyle/>
          <a:p>
            <a:r>
              <a:rPr lang="en-IN" dirty="0"/>
              <a:t>Created a DynamoDB table named "</a:t>
            </a:r>
            <a:r>
              <a:rPr lang="en-IN" dirty="0" err="1"/>
              <a:t>studentData</a:t>
            </a:r>
            <a:r>
              <a:rPr lang="en-IN" dirty="0"/>
              <a:t>".</a:t>
            </a:r>
          </a:p>
          <a:p>
            <a:r>
              <a:rPr lang="en-IN" dirty="0"/>
              <a:t>Created a Lambda function named "</a:t>
            </a:r>
            <a:r>
              <a:rPr lang="en-IN" dirty="0" err="1"/>
              <a:t>formprocessor</a:t>
            </a:r>
            <a:r>
              <a:rPr lang="en-IN" dirty="0"/>
              <a:t>".</a:t>
            </a:r>
          </a:p>
          <a:p>
            <a:r>
              <a:rPr lang="en-IN" dirty="0"/>
              <a:t>Configured IAM permissions for Lambda to access DynamoDB.</a:t>
            </a:r>
          </a:p>
          <a:p>
            <a:r>
              <a:rPr lang="en-IN" dirty="0"/>
              <a:t>Developed Python code to insert student records into DynamoDB.</a:t>
            </a:r>
          </a:p>
          <a:p>
            <a:r>
              <a:rPr lang="en-IN" dirty="0"/>
              <a:t>Configured API Gateway and integrated it with Lambda.</a:t>
            </a:r>
          </a:p>
          <a:p>
            <a:r>
              <a:rPr lang="en-IN" dirty="0"/>
              <a:t>Tested API requests using Postman.</a:t>
            </a:r>
          </a:p>
          <a:p>
            <a:r>
              <a:rPr lang="en-IN" dirty="0"/>
              <a:t>Verified data insertion in DynamoDB.</a:t>
            </a:r>
          </a:p>
          <a:p>
            <a:r>
              <a:rPr lang="en-IN" dirty="0"/>
              <a:t>Monitored execution logs using CloudWatch.</a:t>
            </a:r>
          </a:p>
        </p:txBody>
      </p:sp>
    </p:spTree>
    <p:extLst>
      <p:ext uri="{BB962C8B-B14F-4D97-AF65-F5344CB8AC3E}">
        <p14:creationId xmlns:p14="http://schemas.microsoft.com/office/powerpoint/2010/main" val="36736868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2A5C8-7216-4482-DCF1-080E2F23AAAD}"/>
              </a:ext>
            </a:extLst>
          </p:cNvPr>
          <p:cNvSpPr>
            <a:spLocks noGrp="1"/>
          </p:cNvSpPr>
          <p:nvPr>
            <p:ph type="title"/>
          </p:nvPr>
        </p:nvSpPr>
        <p:spPr/>
        <p:txBody>
          <a:bodyPr/>
          <a:lstStyle/>
          <a:p>
            <a:pPr marL="514350" indent="-514350">
              <a:buFont typeface="+mj-lt"/>
              <a:buAutoNum type="arabicPeriod"/>
            </a:pPr>
            <a:r>
              <a:rPr lang="en-IN" dirty="0"/>
              <a:t>DynamoDB Table:</a:t>
            </a:r>
          </a:p>
        </p:txBody>
      </p:sp>
      <p:sp>
        <p:nvSpPr>
          <p:cNvPr id="3" name="Slide Number Placeholder 2">
            <a:extLst>
              <a:ext uri="{FF2B5EF4-FFF2-40B4-BE49-F238E27FC236}">
                <a16:creationId xmlns:a16="http://schemas.microsoft.com/office/drawing/2014/main" id="{7A0AA5EC-15B4-5B45-8FAD-2AF86E6B1820}"/>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pic>
        <p:nvPicPr>
          <p:cNvPr id="10" name="Content Placeholder 9">
            <a:extLst>
              <a:ext uri="{FF2B5EF4-FFF2-40B4-BE49-F238E27FC236}">
                <a16:creationId xmlns:a16="http://schemas.microsoft.com/office/drawing/2014/main" id="{6684F457-9FAD-BEC5-8EEA-A9D5D59DEB9A}"/>
              </a:ext>
            </a:extLst>
          </p:cNvPr>
          <p:cNvPicPr>
            <a:picLocks noGrp="1" noChangeAspect="1"/>
          </p:cNvPicPr>
          <p:nvPr>
            <p:ph idx="1"/>
          </p:nvPr>
        </p:nvPicPr>
        <p:blipFill>
          <a:blip r:embed="rId2"/>
          <a:stretch>
            <a:fillRect/>
          </a:stretch>
        </p:blipFill>
        <p:spPr>
          <a:xfrm>
            <a:off x="1309487" y="1825625"/>
            <a:ext cx="9482538" cy="4351338"/>
          </a:xfrm>
          <a:prstGeom prst="rect">
            <a:avLst/>
          </a:prstGeom>
        </p:spPr>
      </p:pic>
    </p:spTree>
    <p:extLst>
      <p:ext uri="{BB962C8B-B14F-4D97-AF65-F5344CB8AC3E}">
        <p14:creationId xmlns:p14="http://schemas.microsoft.com/office/powerpoint/2010/main" val="27309423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F8717-03DF-7E63-8631-2A2A507BBD90}"/>
              </a:ext>
            </a:extLst>
          </p:cNvPr>
          <p:cNvSpPr>
            <a:spLocks noGrp="1"/>
          </p:cNvSpPr>
          <p:nvPr>
            <p:ph type="title"/>
          </p:nvPr>
        </p:nvSpPr>
        <p:spPr/>
        <p:txBody>
          <a:bodyPr/>
          <a:lstStyle/>
          <a:p>
            <a:r>
              <a:rPr lang="en-IN" dirty="0"/>
              <a:t>2. Lamda Function:</a:t>
            </a:r>
          </a:p>
        </p:txBody>
      </p:sp>
      <p:sp>
        <p:nvSpPr>
          <p:cNvPr id="3" name="Slide Number Placeholder 2">
            <a:extLst>
              <a:ext uri="{FF2B5EF4-FFF2-40B4-BE49-F238E27FC236}">
                <a16:creationId xmlns:a16="http://schemas.microsoft.com/office/drawing/2014/main" id="{A13F6071-14B3-89F0-7AB2-3CCC61412C44}"/>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pic>
        <p:nvPicPr>
          <p:cNvPr id="6" name="Content Placeholder 5">
            <a:extLst>
              <a:ext uri="{FF2B5EF4-FFF2-40B4-BE49-F238E27FC236}">
                <a16:creationId xmlns:a16="http://schemas.microsoft.com/office/drawing/2014/main" id="{034CA4DE-0161-B85C-E689-83550A59A2B9}"/>
              </a:ext>
            </a:extLst>
          </p:cNvPr>
          <p:cNvPicPr>
            <a:picLocks noGrp="1" noChangeAspect="1"/>
          </p:cNvPicPr>
          <p:nvPr>
            <p:ph idx="1"/>
          </p:nvPr>
        </p:nvPicPr>
        <p:blipFill>
          <a:blip r:embed="rId2"/>
          <a:stretch>
            <a:fillRect/>
          </a:stretch>
        </p:blipFill>
        <p:spPr>
          <a:xfrm>
            <a:off x="1298637" y="1825625"/>
            <a:ext cx="9504238" cy="4351338"/>
          </a:xfrm>
          <a:prstGeom prst="rect">
            <a:avLst/>
          </a:prstGeom>
        </p:spPr>
      </p:pic>
    </p:spTree>
    <p:extLst>
      <p:ext uri="{BB962C8B-B14F-4D97-AF65-F5344CB8AC3E}">
        <p14:creationId xmlns:p14="http://schemas.microsoft.com/office/powerpoint/2010/main" val="33379029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B971F-81FB-337B-6509-E597B3F10382}"/>
              </a:ext>
            </a:extLst>
          </p:cNvPr>
          <p:cNvSpPr>
            <a:spLocks noGrp="1"/>
          </p:cNvSpPr>
          <p:nvPr>
            <p:ph type="title"/>
          </p:nvPr>
        </p:nvSpPr>
        <p:spPr/>
        <p:txBody>
          <a:bodyPr/>
          <a:lstStyle/>
          <a:p>
            <a:r>
              <a:rPr lang="en-IN" dirty="0"/>
              <a:t>3. Code Source:</a:t>
            </a:r>
          </a:p>
        </p:txBody>
      </p:sp>
      <p:sp>
        <p:nvSpPr>
          <p:cNvPr id="3" name="Slide Number Placeholder 2">
            <a:extLst>
              <a:ext uri="{FF2B5EF4-FFF2-40B4-BE49-F238E27FC236}">
                <a16:creationId xmlns:a16="http://schemas.microsoft.com/office/drawing/2014/main" id="{9C477B25-9AE6-A8B3-01DC-37E62EDE5F77}"/>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pic>
        <p:nvPicPr>
          <p:cNvPr id="6" name="Content Placeholder 5">
            <a:extLst>
              <a:ext uri="{FF2B5EF4-FFF2-40B4-BE49-F238E27FC236}">
                <a16:creationId xmlns:a16="http://schemas.microsoft.com/office/drawing/2014/main" id="{0B198088-5E72-3437-2537-59AC912478B2}"/>
              </a:ext>
            </a:extLst>
          </p:cNvPr>
          <p:cNvPicPr>
            <a:picLocks noGrp="1" noChangeAspect="1"/>
          </p:cNvPicPr>
          <p:nvPr>
            <p:ph idx="1"/>
          </p:nvPr>
        </p:nvPicPr>
        <p:blipFill>
          <a:blip r:embed="rId2"/>
          <a:stretch>
            <a:fillRect/>
          </a:stretch>
        </p:blipFill>
        <p:spPr>
          <a:xfrm>
            <a:off x="1323621" y="1825625"/>
            <a:ext cx="9454271" cy="4351338"/>
          </a:xfrm>
          <a:prstGeom prst="rect">
            <a:avLst/>
          </a:prstGeom>
        </p:spPr>
      </p:pic>
    </p:spTree>
    <p:extLst>
      <p:ext uri="{BB962C8B-B14F-4D97-AF65-F5344CB8AC3E}">
        <p14:creationId xmlns:p14="http://schemas.microsoft.com/office/powerpoint/2010/main" val="32706584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DD708-C8C7-C1CF-6928-70E1800D230B}"/>
              </a:ext>
            </a:extLst>
          </p:cNvPr>
          <p:cNvSpPr>
            <a:spLocks noGrp="1"/>
          </p:cNvSpPr>
          <p:nvPr>
            <p:ph type="title"/>
          </p:nvPr>
        </p:nvSpPr>
        <p:spPr/>
        <p:txBody>
          <a:bodyPr/>
          <a:lstStyle/>
          <a:p>
            <a:r>
              <a:rPr lang="en-IN" dirty="0"/>
              <a:t>3. API Gateway:</a:t>
            </a:r>
          </a:p>
        </p:txBody>
      </p:sp>
      <p:sp>
        <p:nvSpPr>
          <p:cNvPr id="3" name="Slide Number Placeholder 2">
            <a:extLst>
              <a:ext uri="{FF2B5EF4-FFF2-40B4-BE49-F238E27FC236}">
                <a16:creationId xmlns:a16="http://schemas.microsoft.com/office/drawing/2014/main" id="{41163E55-DCD4-ABF3-A15F-CBDCFE18153E}"/>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pic>
        <p:nvPicPr>
          <p:cNvPr id="6" name="Content Placeholder 5">
            <a:extLst>
              <a:ext uri="{FF2B5EF4-FFF2-40B4-BE49-F238E27FC236}">
                <a16:creationId xmlns:a16="http://schemas.microsoft.com/office/drawing/2014/main" id="{8BA714BA-AB40-EE94-1228-629BB76AD8C3}"/>
              </a:ext>
            </a:extLst>
          </p:cNvPr>
          <p:cNvPicPr>
            <a:picLocks noGrp="1" noChangeAspect="1"/>
          </p:cNvPicPr>
          <p:nvPr>
            <p:ph idx="1"/>
          </p:nvPr>
        </p:nvPicPr>
        <p:blipFill>
          <a:blip r:embed="rId2"/>
          <a:stretch>
            <a:fillRect/>
          </a:stretch>
        </p:blipFill>
        <p:spPr>
          <a:xfrm>
            <a:off x="1372822" y="1825625"/>
            <a:ext cx="9355868" cy="4351338"/>
          </a:xfrm>
          <a:prstGeom prst="rect">
            <a:avLst/>
          </a:prstGeom>
        </p:spPr>
      </p:pic>
    </p:spTree>
    <p:extLst>
      <p:ext uri="{BB962C8B-B14F-4D97-AF65-F5344CB8AC3E}">
        <p14:creationId xmlns:p14="http://schemas.microsoft.com/office/powerpoint/2010/main" val="21961949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30AC6-144C-4E7A-CDB4-9E4B17863293}"/>
              </a:ext>
            </a:extLst>
          </p:cNvPr>
          <p:cNvSpPr>
            <a:spLocks noGrp="1"/>
          </p:cNvSpPr>
          <p:nvPr>
            <p:ph type="title"/>
          </p:nvPr>
        </p:nvSpPr>
        <p:spPr/>
        <p:txBody>
          <a:bodyPr/>
          <a:lstStyle/>
          <a:p>
            <a:r>
              <a:rPr lang="en-IN" dirty="0"/>
              <a:t>Architecture:</a:t>
            </a:r>
          </a:p>
        </p:txBody>
      </p:sp>
      <p:sp>
        <p:nvSpPr>
          <p:cNvPr id="3" name="Slide Number Placeholder 2">
            <a:extLst>
              <a:ext uri="{FF2B5EF4-FFF2-40B4-BE49-F238E27FC236}">
                <a16:creationId xmlns:a16="http://schemas.microsoft.com/office/drawing/2014/main" id="{CF05DFFE-CE09-677B-1779-1EED8ECFA5CC}"/>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graphicFrame>
        <p:nvGraphicFramePr>
          <p:cNvPr id="7" name="Content Placeholder 6">
            <a:extLst>
              <a:ext uri="{FF2B5EF4-FFF2-40B4-BE49-F238E27FC236}">
                <a16:creationId xmlns:a16="http://schemas.microsoft.com/office/drawing/2014/main" id="{67A67469-5410-CAEE-CEA7-44DACF7B790C}"/>
              </a:ext>
            </a:extLst>
          </p:cNvPr>
          <p:cNvGraphicFramePr>
            <a:graphicFrameLocks noGrp="1"/>
          </p:cNvGraphicFramePr>
          <p:nvPr>
            <p:ph idx="1"/>
            <p:extLst>
              <p:ext uri="{D42A27DB-BD31-4B8C-83A1-F6EECF244321}">
                <p14:modId xmlns:p14="http://schemas.microsoft.com/office/powerpoint/2010/main" val="443018437"/>
              </p:ext>
            </p:extLst>
          </p:nvPr>
        </p:nvGraphicFramePr>
        <p:xfrm>
          <a:off x="488382" y="1249680"/>
          <a:ext cx="11215235" cy="4490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23786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C628F-F69A-CF38-D860-DB56163D2B3F}"/>
              </a:ext>
            </a:extLst>
          </p:cNvPr>
          <p:cNvSpPr>
            <a:spLocks noGrp="1"/>
          </p:cNvSpPr>
          <p:nvPr>
            <p:ph type="title"/>
          </p:nvPr>
        </p:nvSpPr>
        <p:spPr/>
        <p:txBody>
          <a:bodyPr/>
          <a:lstStyle/>
          <a:p>
            <a:r>
              <a:rPr lang="en-IN" dirty="0"/>
              <a:t>Output </a:t>
            </a:r>
          </a:p>
        </p:txBody>
      </p:sp>
      <p:sp>
        <p:nvSpPr>
          <p:cNvPr id="3" name="Slide Number Placeholder 2">
            <a:extLst>
              <a:ext uri="{FF2B5EF4-FFF2-40B4-BE49-F238E27FC236}">
                <a16:creationId xmlns:a16="http://schemas.microsoft.com/office/drawing/2014/main" id="{EB831D1F-EFC8-B6DA-6CF6-8F1F363C0131}"/>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Content Placeholder 3">
            <a:extLst>
              <a:ext uri="{FF2B5EF4-FFF2-40B4-BE49-F238E27FC236}">
                <a16:creationId xmlns:a16="http://schemas.microsoft.com/office/drawing/2014/main" id="{4A75DF47-2484-7B4E-AF6D-AD19E29D0744}"/>
              </a:ext>
            </a:extLst>
          </p:cNvPr>
          <p:cNvSpPr>
            <a:spLocks noGrp="1"/>
          </p:cNvSpPr>
          <p:nvPr>
            <p:ph idx="1"/>
          </p:nvPr>
        </p:nvSpPr>
        <p:spPr/>
        <p:txBody>
          <a:bodyPr/>
          <a:lstStyle/>
          <a:p>
            <a:r>
              <a:rPr lang="en-IN" dirty="0"/>
              <a:t>Successfully created a serverless application.</a:t>
            </a:r>
          </a:p>
          <a:p>
            <a:r>
              <a:rPr lang="en-IN" dirty="0"/>
              <a:t>Student records were inserted into DynamoDB.</a:t>
            </a:r>
          </a:p>
          <a:p>
            <a:r>
              <a:rPr lang="en-IN" dirty="0"/>
              <a:t>API Gateway successfully triggered Lambda execution.</a:t>
            </a:r>
          </a:p>
          <a:p>
            <a:r>
              <a:rPr lang="en-IN" dirty="0"/>
              <a:t>CloudWatch logs recorded all executions.</a:t>
            </a:r>
          </a:p>
          <a:p>
            <a:r>
              <a:rPr lang="en-IN" dirty="0"/>
              <a:t>End-to-end integration was validated using Postman.</a:t>
            </a:r>
          </a:p>
        </p:txBody>
      </p:sp>
    </p:spTree>
    <p:extLst>
      <p:ext uri="{BB962C8B-B14F-4D97-AF65-F5344CB8AC3E}">
        <p14:creationId xmlns:p14="http://schemas.microsoft.com/office/powerpoint/2010/main" val="22671599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53EF5-B69C-DC99-600D-1401E5AEAE19}"/>
              </a:ext>
            </a:extLst>
          </p:cNvPr>
          <p:cNvSpPr>
            <a:spLocks noGrp="1"/>
          </p:cNvSpPr>
          <p:nvPr>
            <p:ph type="title"/>
          </p:nvPr>
        </p:nvSpPr>
        <p:spPr/>
        <p:txBody>
          <a:bodyPr/>
          <a:lstStyle/>
          <a:p>
            <a:r>
              <a:rPr lang="en-IN" dirty="0"/>
              <a:t>1. Postman Test:</a:t>
            </a:r>
          </a:p>
        </p:txBody>
      </p:sp>
      <p:sp>
        <p:nvSpPr>
          <p:cNvPr id="3" name="Slide Number Placeholder 2">
            <a:extLst>
              <a:ext uri="{FF2B5EF4-FFF2-40B4-BE49-F238E27FC236}">
                <a16:creationId xmlns:a16="http://schemas.microsoft.com/office/drawing/2014/main" id="{A28AC888-45B9-D563-1543-12843B3763FC}"/>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Content Placeholder 3">
            <a:extLst>
              <a:ext uri="{FF2B5EF4-FFF2-40B4-BE49-F238E27FC236}">
                <a16:creationId xmlns:a16="http://schemas.microsoft.com/office/drawing/2014/main" id="{56A6C8F5-E1CD-80CD-FC90-4672140A0BB4}"/>
              </a:ext>
            </a:extLst>
          </p:cNvPr>
          <p:cNvSpPr>
            <a:spLocks noGrp="1"/>
          </p:cNvSpPr>
          <p:nvPr>
            <p:ph idx="1"/>
          </p:nvPr>
        </p:nvSpPr>
        <p:spPr/>
        <p:txBody>
          <a:bodyPr/>
          <a:lstStyle/>
          <a:p>
            <a:pPr marL="0" indent="0">
              <a:buNone/>
            </a:pPr>
            <a:r>
              <a:rPr lang="en-IN" dirty="0"/>
              <a:t>Url: </a:t>
            </a:r>
            <a:r>
              <a:rPr lang="en-IN" dirty="0" err="1">
                <a:hlinkClick r:id="rId2"/>
              </a:rPr>
              <a:t>PostmanTest</a:t>
            </a:r>
            <a:r>
              <a:rPr lang="en-IN" dirty="0"/>
              <a:t> </a:t>
            </a:r>
            <a:br>
              <a:rPr lang="en-IN" dirty="0"/>
            </a:br>
            <a:br>
              <a:rPr lang="en-IN" dirty="0"/>
            </a:br>
            <a:endParaRPr lang="en-IN" dirty="0"/>
          </a:p>
        </p:txBody>
      </p:sp>
      <p:pic>
        <p:nvPicPr>
          <p:cNvPr id="10" name="Picture 9">
            <a:extLst>
              <a:ext uri="{FF2B5EF4-FFF2-40B4-BE49-F238E27FC236}">
                <a16:creationId xmlns:a16="http://schemas.microsoft.com/office/drawing/2014/main" id="{4812C362-D10E-4FE8-7BE4-90912CB4A496}"/>
              </a:ext>
            </a:extLst>
          </p:cNvPr>
          <p:cNvPicPr>
            <a:picLocks noChangeAspect="1"/>
          </p:cNvPicPr>
          <p:nvPr/>
        </p:nvPicPr>
        <p:blipFill>
          <a:blip r:embed="rId3"/>
          <a:stretch>
            <a:fillRect/>
          </a:stretch>
        </p:blipFill>
        <p:spPr>
          <a:xfrm>
            <a:off x="1625600" y="2621280"/>
            <a:ext cx="8483600" cy="3017520"/>
          </a:xfrm>
          <a:prstGeom prst="rect">
            <a:avLst/>
          </a:prstGeom>
        </p:spPr>
      </p:pic>
    </p:spTree>
    <p:extLst>
      <p:ext uri="{BB962C8B-B14F-4D97-AF65-F5344CB8AC3E}">
        <p14:creationId xmlns:p14="http://schemas.microsoft.com/office/powerpoint/2010/main" val="3381226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850E8-4AC5-E427-B295-2686DDCCAF33}"/>
              </a:ext>
            </a:extLst>
          </p:cNvPr>
          <p:cNvSpPr>
            <a:spLocks noGrp="1"/>
          </p:cNvSpPr>
          <p:nvPr>
            <p:ph type="title"/>
          </p:nvPr>
        </p:nvSpPr>
        <p:spPr/>
        <p:txBody>
          <a:bodyPr/>
          <a:lstStyle/>
          <a:p>
            <a:r>
              <a:rPr lang="en-IN" dirty="0"/>
              <a:t>2. </a:t>
            </a:r>
            <a:r>
              <a:rPr lang="en-IN" dirty="0" err="1"/>
              <a:t>DynamoDb</a:t>
            </a:r>
            <a:r>
              <a:rPr lang="en-IN" dirty="0"/>
              <a:t> Records:</a:t>
            </a:r>
          </a:p>
        </p:txBody>
      </p:sp>
      <p:sp>
        <p:nvSpPr>
          <p:cNvPr id="3" name="Slide Number Placeholder 2">
            <a:extLst>
              <a:ext uri="{FF2B5EF4-FFF2-40B4-BE49-F238E27FC236}">
                <a16:creationId xmlns:a16="http://schemas.microsoft.com/office/drawing/2014/main" id="{EE121ADB-3D25-A72F-E560-E3CAD4F4ACF6}"/>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pic>
        <p:nvPicPr>
          <p:cNvPr id="6" name="Content Placeholder 5">
            <a:extLst>
              <a:ext uri="{FF2B5EF4-FFF2-40B4-BE49-F238E27FC236}">
                <a16:creationId xmlns:a16="http://schemas.microsoft.com/office/drawing/2014/main" id="{909324C2-95AC-5787-84D8-2089DD7B5201}"/>
              </a:ext>
            </a:extLst>
          </p:cNvPr>
          <p:cNvPicPr>
            <a:picLocks noGrp="1" noChangeAspect="1"/>
          </p:cNvPicPr>
          <p:nvPr>
            <p:ph idx="1"/>
          </p:nvPr>
        </p:nvPicPr>
        <p:blipFill>
          <a:blip r:embed="rId2"/>
          <a:stretch>
            <a:fillRect/>
          </a:stretch>
        </p:blipFill>
        <p:spPr>
          <a:xfrm>
            <a:off x="1020018" y="1825625"/>
            <a:ext cx="10061476" cy="4351338"/>
          </a:xfrm>
          <a:prstGeom prst="rect">
            <a:avLst/>
          </a:prstGeom>
        </p:spPr>
      </p:pic>
    </p:spTree>
    <p:extLst>
      <p:ext uri="{BB962C8B-B14F-4D97-AF65-F5344CB8AC3E}">
        <p14:creationId xmlns:p14="http://schemas.microsoft.com/office/powerpoint/2010/main" val="35518935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A2E60-3986-7F9D-6412-2658CFD68C19}"/>
              </a:ext>
            </a:extLst>
          </p:cNvPr>
          <p:cNvSpPr>
            <a:spLocks noGrp="1"/>
          </p:cNvSpPr>
          <p:nvPr>
            <p:ph type="title"/>
          </p:nvPr>
        </p:nvSpPr>
        <p:spPr/>
        <p:txBody>
          <a:bodyPr/>
          <a:lstStyle/>
          <a:p>
            <a:r>
              <a:rPr lang="en-IN" dirty="0"/>
              <a:t>3. CloudWatch Logs:</a:t>
            </a:r>
          </a:p>
        </p:txBody>
      </p:sp>
      <p:sp>
        <p:nvSpPr>
          <p:cNvPr id="3" name="Slide Number Placeholder 2">
            <a:extLst>
              <a:ext uri="{FF2B5EF4-FFF2-40B4-BE49-F238E27FC236}">
                <a16:creationId xmlns:a16="http://schemas.microsoft.com/office/drawing/2014/main" id="{24780BB5-080B-950D-5FFD-10810BD75B89}"/>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pic>
        <p:nvPicPr>
          <p:cNvPr id="6" name="Content Placeholder 5">
            <a:extLst>
              <a:ext uri="{FF2B5EF4-FFF2-40B4-BE49-F238E27FC236}">
                <a16:creationId xmlns:a16="http://schemas.microsoft.com/office/drawing/2014/main" id="{E54B37C8-F93D-0A9D-DEE9-13EB7620F785}"/>
              </a:ext>
            </a:extLst>
          </p:cNvPr>
          <p:cNvPicPr>
            <a:picLocks noGrp="1" noChangeAspect="1"/>
          </p:cNvPicPr>
          <p:nvPr>
            <p:ph idx="1"/>
          </p:nvPr>
        </p:nvPicPr>
        <p:blipFill>
          <a:blip r:embed="rId2"/>
          <a:stretch>
            <a:fillRect/>
          </a:stretch>
        </p:blipFill>
        <p:spPr>
          <a:xfrm>
            <a:off x="993653" y="1825625"/>
            <a:ext cx="10114206" cy="4351338"/>
          </a:xfrm>
          <a:prstGeom prst="rect">
            <a:avLst/>
          </a:prstGeom>
        </p:spPr>
      </p:pic>
    </p:spTree>
    <p:extLst>
      <p:ext uri="{BB962C8B-B14F-4D97-AF65-F5344CB8AC3E}">
        <p14:creationId xmlns:p14="http://schemas.microsoft.com/office/powerpoint/2010/main" val="8183645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7AF0A-AD9A-FF51-787A-602E0B138D38}"/>
              </a:ext>
            </a:extLst>
          </p:cNvPr>
          <p:cNvSpPr>
            <a:spLocks noGrp="1"/>
          </p:cNvSpPr>
          <p:nvPr>
            <p:ph type="title"/>
          </p:nvPr>
        </p:nvSpPr>
        <p:spPr/>
        <p:txBody>
          <a:bodyPr/>
          <a:lstStyle/>
          <a:p>
            <a:r>
              <a:rPr lang="en-IN"/>
              <a:t>Conclusion:</a:t>
            </a:r>
            <a:endParaRPr lang="en-IN" dirty="0"/>
          </a:p>
        </p:txBody>
      </p:sp>
      <p:sp>
        <p:nvSpPr>
          <p:cNvPr id="3" name="Slide Number Placeholder 2">
            <a:extLst>
              <a:ext uri="{FF2B5EF4-FFF2-40B4-BE49-F238E27FC236}">
                <a16:creationId xmlns:a16="http://schemas.microsoft.com/office/drawing/2014/main" id="{AB0092A5-3FAC-E437-9746-36FADA83FD37}"/>
              </a:ext>
            </a:extLst>
          </p:cNvPr>
          <p:cNvSpPr>
            <a:spLocks noGrp="1"/>
          </p:cNvSpPr>
          <p:nvPr>
            <p:ph type="sldNum" sz="quarter" idx="12"/>
          </p:nvPr>
        </p:nvSpPr>
        <p:spPr/>
        <p:txBody>
          <a:bodyPr/>
          <a:lstStyle/>
          <a:p>
            <a:fld id="{C263D6C4-4840-40CC-AC84-17E24B3B7BDE}" type="slidenum">
              <a:rPr lang="en-US" noProof="0" smtClean="0"/>
              <a:pPr/>
              <a:t>15</a:t>
            </a:fld>
            <a:endParaRPr lang="en-US" noProof="0" dirty="0"/>
          </a:p>
        </p:txBody>
      </p:sp>
      <p:sp>
        <p:nvSpPr>
          <p:cNvPr id="4" name="Content Placeholder 3">
            <a:extLst>
              <a:ext uri="{FF2B5EF4-FFF2-40B4-BE49-F238E27FC236}">
                <a16:creationId xmlns:a16="http://schemas.microsoft.com/office/drawing/2014/main" id="{43389850-0A3C-09BB-8A64-2904D787CC78}"/>
              </a:ext>
            </a:extLst>
          </p:cNvPr>
          <p:cNvSpPr>
            <a:spLocks noGrp="1"/>
          </p:cNvSpPr>
          <p:nvPr>
            <p:ph idx="1"/>
          </p:nvPr>
        </p:nvSpPr>
        <p:spPr/>
        <p:txBody>
          <a:bodyPr/>
          <a:lstStyle/>
          <a:p>
            <a:pPr marL="0" indent="0" algn="just">
              <a:buNone/>
            </a:pPr>
            <a:r>
              <a:rPr lang="en-IN" dirty="0"/>
              <a:t>The project successfully implemented a serverless architecture using AWS services. API Gateway, Lambda, DynamoDB, and CloudWatch were integrated to process and store student data without managing servers. The solution is scalable, efficient, and suitable for cloud-native applications.</a:t>
            </a:r>
          </a:p>
        </p:txBody>
      </p:sp>
    </p:spTree>
    <p:extLst>
      <p:ext uri="{BB962C8B-B14F-4D97-AF65-F5344CB8AC3E}">
        <p14:creationId xmlns:p14="http://schemas.microsoft.com/office/powerpoint/2010/main" val="39019210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D63FB-845D-8B94-4D6F-5DC56BEBABF4}"/>
              </a:ext>
            </a:extLst>
          </p:cNvPr>
          <p:cNvSpPr>
            <a:spLocks noGrp="1"/>
          </p:cNvSpPr>
          <p:nvPr>
            <p:ph type="ctrTitle"/>
          </p:nvPr>
        </p:nvSpPr>
        <p:spPr/>
        <p:txBody>
          <a:bodyPr/>
          <a:lstStyle/>
          <a:p>
            <a:r>
              <a:rPr lang="en-IN" dirty="0"/>
              <a:t>THANK YOU</a:t>
            </a:r>
          </a:p>
        </p:txBody>
      </p:sp>
    </p:spTree>
    <p:extLst>
      <p:ext uri="{BB962C8B-B14F-4D97-AF65-F5344CB8AC3E}">
        <p14:creationId xmlns:p14="http://schemas.microsoft.com/office/powerpoint/2010/main" val="14599375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1739</TotalTime>
  <Words>351</Words>
  <Application>Microsoft Office PowerPoint</Application>
  <PresentationFormat>Widescreen</PresentationFormat>
  <Paragraphs>73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Trade Gothic LT Pro</vt:lpstr>
      <vt:lpstr>Trebuchet MS</vt:lpstr>
      <vt:lpstr>Office Theme</vt:lpstr>
      <vt:lpstr>Serverless function using AWS</vt:lpstr>
      <vt:lpstr>Introduction:</vt:lpstr>
      <vt:lpstr>Objectives:</vt:lpstr>
      <vt:lpstr>Technology Used:</vt:lpstr>
      <vt:lpstr>Methodology:</vt:lpstr>
      <vt:lpstr>DynamoDB Table:</vt:lpstr>
      <vt:lpstr>2. Lamda Function:</vt:lpstr>
      <vt:lpstr>3. Code Source:</vt:lpstr>
      <vt:lpstr>3. API Gateway:</vt:lpstr>
      <vt:lpstr>Architecture:</vt:lpstr>
      <vt:lpstr>Output </vt:lpstr>
      <vt:lpstr>1. Postman Test:</vt:lpstr>
      <vt:lpstr>2. DynamoDb Records:</vt:lpstr>
      <vt:lpstr>3. CloudWatch Logs: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Duvvuru</dc:creator>
  <cp:lastModifiedBy>Ganesh Duvvuru</cp:lastModifiedBy>
  <cp:revision>2</cp:revision>
  <dcterms:created xsi:type="dcterms:W3CDTF">2026-06-12T10:35:35Z</dcterms:created>
  <dcterms:modified xsi:type="dcterms:W3CDTF">2026-06-13T15:34:35Z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